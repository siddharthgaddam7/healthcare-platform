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5486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Calibri"/>
              </a:rPr>
              <a:t>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Foodify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AD4FF"/>
                </a:solidFill>
                <a:latin typeface="Calibri"/>
              </a:rPr>
              <a:t>Online Food Ordering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B4FF"/>
                </a:solidFill>
                <a:latin typeface="Calibri"/>
              </a:rPr>
              <a:t>FSD Lab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365760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D4FF"/>
                </a:solidFill>
                <a:latin typeface="Calibri"/>
              </a:rPr>
              <a:t>Full Stack Development Lab  •  2024–25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TECH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45920"/>
            <a:ext cx="59436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Node.js  +  Express.js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651760"/>
            <a:ext cx="59436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743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Vanilla HTML / CSS / 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657600"/>
            <a:ext cx="59436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JSON File-Based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663440"/>
            <a:ext cx="59436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REST API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D4FF"/>
                </a:solidFill>
                <a:latin typeface="Calibri"/>
              </a:rPr>
              <a:t>Slide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What is Foodify?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455"/>
                </a:solidFill>
                <a:latin typeface="Calibri"/>
              </a:rPr>
              <a:t>Foodify is a full-stack web application that enables customers to browse a dynamic food menu, add items to a cart, and place orders — all through a clean browser-based interface with zero page reloads.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Core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334455"/>
                </a:solidFill>
                <a:latin typeface="Calibri"/>
              </a:rPr>
              <a:t>Automate the end-to-end food ordering workflow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334455"/>
                </a:solidFill>
                <a:latin typeface="Calibri"/>
              </a:rPr>
              <a:t>Eliminate manual order-taking errors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334455"/>
                </a:solidFill>
                <a:latin typeface="Calibri"/>
              </a:rPr>
              <a:t>Provide real-time menu with dynamic rendering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334455"/>
                </a:solidFill>
                <a:latin typeface="Calibri"/>
              </a:rPr>
              <a:t>Log and persist all orders via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109728" cy="5120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Project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512064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Vanilla JS SPA with dynamic menu cards, cart management &amp; order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12064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Node.js + Express REST API serving menu data &amp; accepting 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14800"/>
            <a:ext cx="512064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Lightweight JSON file-based database — no SQL/NoSQL overhead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12079"/>
            <a:ext cx="512064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2355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Skeleton loaders, toast notifications, responsive CSS Grid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  <a:latin typeface="Calibri"/>
              </a:rPr>
              <a:t>Slide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Manual Ordering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Phone/paper-based orders cause miscommunication, wrong items, and missed special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4173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Order Processing Delays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7451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Manual relay of orders from customer → waiter → kitchen introduces significant wait times.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546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54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No Order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Customers have no visibility into order status; restaurants lose order history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154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No Data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6118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Paper-based systems provide zero analytics on popular items, peak hours, or revenue.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79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54879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92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Scalability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492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Manual systems break down under high volume — no way to handle concurrent orders efficiently.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54879"/>
            <a:ext cx="548640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54879"/>
            <a:ext cx="10972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892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  <a:latin typeface="Calibri"/>
              </a:rPr>
              <a:t>Revenue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3492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Poor UX and ordering friction leads to abandoned orders and lost business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  <a:latin typeface="Calibri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A web-based solution replacing manual ordering with an automated, real-time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🌐  Dynamic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fetch() API loads menu from /foods endpoint; HTML cards generated in real-time with categories, prices &amp;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 Search &amp;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Client-side filtering by category (Pizza, Burgers, Biryani) and keyword search without page reloads.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🛒  Cart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localStorage persists cart across refreshes. Bouncing badge updates on quantity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995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📦  Order Placement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POST /order generates unique orderId via Date.now(), calculates total, appends to orders.json.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93192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995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Order summary page displays itemized receipt with orderId and grand total.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931920"/>
            <a:ext cx="36576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93192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995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📱  Responsive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262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CSS Grid + Flexbox with mobile-first media queries (&lt;800px breakpoint).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D4FF"/>
                </a:solidFill>
                <a:latin typeface="Calibri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Client-Server Model  •  Express.js Middleware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3200400" cy="4572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2004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🖥  CLIENT 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style.css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1810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script.js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localStorage (Cart)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873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fetch() API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Skeleton Loading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5663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AD4FF"/>
                </a:solidFill>
                <a:latin typeface="Calibri"/>
              </a:rPr>
              <a:t>▸  Toast Notifications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56032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Calibri"/>
              </a:rPr>
              <a:t>GET /foods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017520"/>
            <a:ext cx="1371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0632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← JSON 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84048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520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Calibri"/>
              </a:rPr>
              <a:t>POST /order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297680"/>
            <a:ext cx="1371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343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← orderId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645920"/>
            <a:ext cx="3474720" cy="4572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1645920"/>
            <a:ext cx="34747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691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  SERVER (Node.js)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1488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server.js (Express app)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6334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express.static() → /public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1181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express.json() 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6027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GET /foods handler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08736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POST /order handler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5720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readJSON() helper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0566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8B4FE"/>
                </a:solidFill>
                <a:latin typeface="Calibri"/>
              </a:rPr>
              <a:t>▸  writeJSON() helper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1645920"/>
            <a:ext cx="3246120" cy="4572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1645920"/>
            <a:ext cx="32461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1691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🗄  DATA LAYER (JSON)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194560"/>
            <a:ext cx="2926080" cy="1645920"/>
          </a:xfrm>
          <a:prstGeom prst="rect">
            <a:avLst/>
          </a:prstGeom>
          <a:solidFill>
            <a:srgbClr val="1C1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2267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foods.json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6334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id, name, price
category, description
imageUrl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3977639"/>
            <a:ext cx="2926080" cy="1920240"/>
          </a:xfrm>
          <a:prstGeom prst="rect">
            <a:avLst/>
          </a:prstGeom>
          <a:solidFill>
            <a:srgbClr val="1C1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40507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orders.json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4165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orderId, timestamp
customerName, items[]
total,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200400"/>
            <a:ext cx="16459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7316"/>
                </a:solidFill>
                <a:latin typeface="Calibri"/>
              </a:rPr>
              <a:t>fs.read /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Slide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109728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0" cy="1993392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Semantic markup, form elements, dynamic DOM structure rendered via 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657600" cy="109728"/>
          </a:xfrm>
          <a:prstGeom prst="rect">
            <a:avLst/>
          </a:prstGeom>
          <a:solidFill>
            <a:srgbClr val="15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81328"/>
            <a:ext cx="548640" cy="1993392"/>
          </a:xfrm>
          <a:prstGeom prst="rect">
            <a:avLst/>
          </a:prstGeom>
          <a:solidFill>
            <a:srgbClr val="15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2996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Flexbox, CSS Grid, media queries, keyframe animations (pop-in, slide-up)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109728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81328"/>
            <a:ext cx="548640" cy="1993392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02996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fetch(), localStorage, DOM manipulation, skeleton loaders, toast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3657600" cy="109728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548640" cy="1993392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13631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Node.js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0740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V8-powered server runtime; handles HTTP, file I/O via 'fs'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749039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749039"/>
            <a:ext cx="3657600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858768"/>
            <a:ext cx="548640" cy="19933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913631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Express.js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40740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Routing, express.static() for SPA serving, express.json() middleware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749039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749039"/>
            <a:ext cx="3657600" cy="109728"/>
          </a:xfrm>
          <a:prstGeom prst="rect">
            <a:avLst/>
          </a:prstGeom>
          <a:solidFill>
            <a:srgbClr val="F4A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858768"/>
            <a:ext cx="548640" cy="1993392"/>
          </a:xfrm>
          <a:prstGeom prst="rect">
            <a:avLst/>
          </a:prstGeom>
          <a:solidFill>
            <a:srgbClr val="F4A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8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913631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JSON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407407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Custom readJSON/writeJSON helpers replace heavy DB; zero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Module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B4FE"/>
                </a:solidFill>
                <a:latin typeface="Calibri"/>
              </a:rPr>
              <a:t>Slide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5212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🖥  Frontend UI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  <a:latin typeface="Calibri"/>
              </a:rPr>
              <a:t>public/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7627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index.html — App shell &amp; layout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style.css — Grid/Flex layout, animations, responsive breakpoints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4553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script.js — fetch(), cart logic, DOM rendering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630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Skeleton loading while API call is in-flight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1148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Toast notifications on cart add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5994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Mobile-first media queries (&lt;800px)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57600" cy="5212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28016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325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⚙  Backend API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  <a:latin typeface="Calibri"/>
              </a:rPr>
              <a:t>server.js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7627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express.static() — serves /public 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express.json() — parses incoming JSON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4553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GET /foods — reads foods.json, returns 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630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POST /order — validates body, generates orderId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1148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Date.now() for unique order ID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5994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Calculates per-item &amp; grand total server-side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280160"/>
            <a:ext cx="3657600" cy="5212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3258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🗄  Data Persistence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  <a:latin typeface="Calibri"/>
              </a:rPr>
              <a:t>data/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17627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foods.json — static menu catalogue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orders.json — append-only order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14553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readJSON(file) — fs.readFileSync + JSON.parse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630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writeJSON(file, data) — JSON.stringify + writeFileSync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1148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No external DB dependency (MySQL / MongoDB)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994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▸  Orders persist across server restarts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Database Design  —  JSON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DAA"/>
                </a:solidFill>
                <a:latin typeface="Calibri"/>
              </a:rPr>
              <a:t>Slide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09728" cy="5212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📄  foods.json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Menu catalogue — read by GET /foods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12064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  <a:latin typeface="Consolas"/>
              </a:rPr>
              <a:t>[
  {
    "id": 1,
    "name": "Margherita Pizza",
    "category": "Pizza",
    "price": 199,
    "description": "Classic tomato &amp; mozzarella",
    "imageUrl": "/images/pizza1.jpg"
  },
  { ... }
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530352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193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Field          Type       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41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id              integer         Primary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69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name            string          Display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98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category        string          Filter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27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price           number          INR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imageUrl        string          Relative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109728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53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📄  orders.json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Append-only order log — written by POST /order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94560"/>
            <a:ext cx="5303520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C5FD"/>
                </a:solidFill>
                <a:latin typeface="Consolas"/>
              </a:rPr>
              <a:t>[
  {
    "orderId": 1718023456789,
    "timestamp": "2024-06-10T12:34:56Z",
    "customerName": "Ravi Kumar",
    "items": [
      { "id": 1, "name": "Margherita",
        "price": 199, "qty": 2 }
    ],
    "total": 398,
    "status": "confirmed"
  }
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16636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193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Field            Type       Purpose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412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orderId           number        Date.now() unique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698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items[]           array         Cart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9984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total             number        Server-calculated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62270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  status            string        confirmed / 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Execution Results  — 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  <a:latin typeface="Calibri"/>
              </a:rPr>
              <a:t>Slide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577840" cy="5212080"/>
          </a:xfrm>
          <a:prstGeom prst="rect">
            <a:avLst/>
          </a:prstGeom>
          <a:solidFill>
            <a:srgbClr val="06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GET  /foods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E7B7"/>
                </a:solidFill>
                <a:latin typeface="Calibri"/>
              </a:rPr>
              <a:t>Returns full menu array from foods.json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Method: HTTP GET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Auth: None (public endpoint)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Handler: reads foods.json via readJSON()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Response: 200 OK + JSON array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Used by: script.js on page load via fetch()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AAEECC"/>
                </a:solidFill>
                <a:latin typeface="Calibri"/>
              </a:rPr>
              <a:t>Triggers: dynamic menu card rendering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30368"/>
            <a:ext cx="5394960" cy="1143000"/>
          </a:xfrm>
          <a:prstGeom prst="rect">
            <a:avLst/>
          </a:prstGeom>
          <a:solidFill>
            <a:srgbClr val="021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8523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6EFAC"/>
                </a:solidFill>
                <a:latin typeface="Consolas"/>
              </a:rPr>
              <a:t>Response sample:
[{"id":1,"name":"Margherita Pizza","price":199,...}]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5577840" cy="5212080"/>
          </a:xfrm>
          <a:prstGeom prst="rect">
            <a:avLst/>
          </a:prstGeom>
          <a:solidFill>
            <a:srgbClr val="06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POST  /order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10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4FF"/>
                </a:solidFill>
                <a:latin typeface="Calibri"/>
              </a:rPr>
              <a:t>Accepts cart data, persists order, returns confirmation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5212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Method: HTTP POST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Content-Type: application/json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Body: { customerName, items[] }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Handler: generates orderId = Date.now()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Calculates total from items[].price × qty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Appends order to orders.json via writeJSON()</a:t>
            </a:r>
          </a:p>
          <a:p>
            <a:pPr>
              <a:spcAft>
                <a:spcPts val="600"/>
              </a:spcAft>
              <a:buChar char="▸"/>
            </a:pPr>
            <a:r>
              <a:rPr sz="1300">
                <a:solidFill>
                  <a:srgbClr val="BAD4FF"/>
                </a:solidFill>
                <a:latin typeface="Calibri"/>
              </a:rPr>
              <a:t>Response: 201 Created + { orderId, total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230368"/>
            <a:ext cx="5394960" cy="1143000"/>
          </a:xfrm>
          <a:prstGeom prst="rect">
            <a:avLst/>
          </a:prstGeom>
          <a:solidFill>
            <a:srgbClr val="02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528523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3C5FD"/>
                </a:solidFill>
                <a:latin typeface="Consolas"/>
              </a:rPr>
              <a:t>Response: 201
{"orderId":1718023456789,"total":597}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D4FF"/>
                </a:solidFill>
                <a:latin typeface="Calibri"/>
              </a:rPr>
              <a:t>Slide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94960" cy="52120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09728" cy="521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✅  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Fully functional full-stack food ordering app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Dynamic menu rendering via REST API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Persistent cart using localStorage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File-based DB — no external dependencies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Unique order IDs with Date.now()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Responsive UI with skeleton loading &amp; toasts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Clean client-server separation of concerns</a:t>
            </a:r>
          </a:p>
          <a:p>
            <a:pPr>
              <a:spcAft>
                <a:spcPts val="400"/>
              </a:spcAft>
              <a:buChar char="▸"/>
            </a:pPr>
            <a:r>
              <a:rPr sz="1300">
                <a:solidFill>
                  <a:srgbClr val="AADDCC"/>
                </a:solidFill>
                <a:latin typeface="Calibri"/>
              </a:rPr>
              <a:t>Mobile-first CSS Grid / Flexbox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109728" cy="5212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53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🚀  Future Enhancements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1109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1109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Payment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762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Integrate Razorpay / Stripe for online payments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532887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569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56946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Auth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346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JWT-based login for customers &amp; admin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191256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27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2278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Admin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930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Analytics — revenue charts, popular items, live orders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849624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86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Real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1513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Migrate to MongoDB / PostgreSQL for scalability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507992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544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Mobile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809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React Native / Flutter wrapper for iOS &amp; Android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5166359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02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2029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Live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468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WebSocket-based real-time order status updates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824728"/>
            <a:ext cx="5349240" cy="594360"/>
          </a:xfrm>
          <a:prstGeom prst="rect">
            <a:avLst/>
          </a:prstGeom>
          <a:solidFill>
            <a:srgbClr val="1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861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8613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Reviews &amp; Ratings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6126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Customer feedback system per menu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400800"/>
            <a:ext cx="1164031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Thank You  •  FSD Lab Project 2024–25  •  Foodify — Online Food Ordering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