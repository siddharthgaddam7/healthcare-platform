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or 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05156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Price Updates:</a:t>
            </a:r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Integrating web scraping or lab APIs to automatically fetch and update diagnostic test prices in real-time.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8503920" cy="8412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01952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01952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194767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Authentication Methods:</a:t>
            </a:r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Implementing more secure methods like OTP verification, biometric login, and forgot password functionality for enhanced security.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8503920" cy="8412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798064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98064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2843784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Gateway Integration:</a:t>
            </a:r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Incorporating online payment options like Razorpay or UPI to allow users to pay for tests directly through the platform.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8503920" cy="8412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694176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94176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3739896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and Machine Learning Integration:</a:t>
            </a:r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Incorporating AI to recommend tests based on user symptoms and predict the most cost-effective lab based on location and history.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167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05156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Healthcare Test Price Transparency Platform is an innovative project combining web development, database management, and real-world healthcare needs.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8503920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22128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4767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demonstrates the use of fuzzy search for test matching and integrates user authentication to control access and personalize the experience.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2798064"/>
            <a:ext cx="8503920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31089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4378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works effectively within certain limitations but offers ample opportunities for improvement and enhancement in future versions.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3694176"/>
            <a:ext cx="8503920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400507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39896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integration of more advanced technologies like AI-based recommendations and payment gateways will expand the platform's functionality and usability.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2026-03-12T00:48:13Z</dcterms:created>
  <dcterms:modified xsi:type="dcterms:W3CDTF">2026-03-12T00:48:13Z</dcterms:modified>
</cp:coreProperties>
</file>