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27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9144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34747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0058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Limitations:
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○  Lab prices are manually maintained and may not reflect real-time pricing.
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○  Only 11 labs and 16 tests are currently covered.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29384"/>
            <a:ext cx="8503920" cy="9144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29384"/>
            <a:ext cx="34747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29384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1975104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 Limitations:
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○  Passwords stored without hashing in SQLite.
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○  No OTP or forgot password feature implemented.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898648"/>
            <a:ext cx="8503920" cy="9144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98648"/>
            <a:ext cx="34747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98648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944368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Infrastructure Limitations:
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○  Render free tier sleeps after 15 mins of inactivity.
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○  MongoDB free tier limited to 512MB storage.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867912"/>
            <a:ext cx="8503920" cy="68580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867912"/>
            <a:ext cx="34747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67912"/>
            <a:ext cx="347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91363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Payment:
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○  No payment gateway — booking is request-based only.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27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29184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Explanation
</a:t>
            </a:r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simulation demonstrates a Flask-based healthcare test price comparison platform, incorporating fuzzy search, real-time price fetching, and a booking system.
</a:t>
            </a:r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search module successfully returns matching diagnostic tests with prices across all 11 Hyderabad labs, sorted from lowest to highest price.
</a:t>
            </a:r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cart system accurately adds, removes, and persists items per user session, with correct total price calculation.
</a:t>
            </a:r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booking module saves requests to the database and triggers email notifications via SendGrid to the respective lab.
</a:t>
            </a:r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authentication system correctly restricts access, maintaining separate sessions for users and admin.
</a:t>
            </a:r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Output: </a:t>
            </a:r>
            <a:pPr algn="l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"User searches for a test, compares prices across labs, adds preferred lab to cart, and successfully books the test — receiving an email confirmation with lab contact details."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73152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2026-03-12T00:52:56Z</dcterms:created>
  <dcterms:modified xsi:type="dcterms:W3CDTF">2026-03-12T00:52:56Z</dcterms:modified>
</cp:coreProperties>
</file>