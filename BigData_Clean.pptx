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08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22A74-586C-4233-8184-A687DCFA1A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0C776-D7F7-46D0-94A2-E67CF3AA8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4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C7DF73-8FE8-E073-7FB3-29A94945C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7" y="104588"/>
            <a:ext cx="8613058" cy="1099743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0EEAF6FC-96F8-3E0C-C6FB-60369016DBF8}"/>
              </a:ext>
            </a:extLst>
          </p:cNvPr>
          <p:cNvSpPr txBox="1"/>
          <p:nvPr/>
        </p:nvSpPr>
        <p:spPr>
          <a:xfrm>
            <a:off x="1525771" y="1546059"/>
            <a:ext cx="6092456" cy="275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800"/>
            </a:pPr>
            <a:r>
              <a:rPr lang="en-GB" sz="135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CLOUD COMPUTING THEORY ASSESSMENT 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GB" sz="135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</a:t>
            </a:r>
          </a:p>
          <a:p>
            <a:pPr algn="ctr">
              <a:buClr>
                <a:srgbClr val="000000"/>
              </a:buClr>
              <a:buSzPts val="1800"/>
            </a:pPr>
            <a:endParaRPr lang="en-GB" sz="135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buClr>
                <a:srgbClr val="000000"/>
              </a:buClr>
              <a:buSzPts val="2400"/>
            </a:pPr>
            <a:r>
              <a:rPr lang="en-GB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CLOUD BASED BIG DATA PROCESSING</a:t>
            </a:r>
          </a:p>
          <a:p>
            <a:pPr algn="ctr">
              <a:buClr>
                <a:srgbClr val="000000"/>
              </a:buClr>
              <a:buSzPts val="2400"/>
            </a:pPr>
            <a:r>
              <a:rPr lang="en-GB" sz="135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BACHELOR OF TECHNOLOGY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GB" sz="135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GB" sz="135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SCIENCE AND  ENGINEERING</a:t>
            </a:r>
          </a:p>
          <a:p>
            <a:pPr algn="ctr">
              <a:lnSpc>
                <a:spcPct val="150000"/>
              </a:lnSpc>
              <a:buClr>
                <a:srgbClr val="000000"/>
              </a:buClr>
              <a:buSzPts val="1800"/>
            </a:pPr>
            <a:r>
              <a:rPr lang="en-GB" sz="135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GB" sz="135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G.SIDDHARTH (23VE1A0516)</a:t>
            </a:r>
          </a:p>
          <a:p>
            <a:pPr algn="ctr">
              <a:buClr>
                <a:srgbClr val="000000"/>
              </a:buClr>
              <a:buSzPts val="1800"/>
            </a:pPr>
            <a:endParaRPr lang="en-GB" sz="1350" b="1" dirty="0">
              <a:solidFill>
                <a:schemeClr val="dk1"/>
              </a:solidFill>
              <a:latin typeface="Times New Roman" panose="02020603050405020304"/>
              <a:ea typeface="Libre Franklin" panose="00000500000000000000"/>
              <a:cs typeface="Times New Roman" panose="02020603050405020304"/>
              <a:sym typeface="Times New Roman" panose="02020603050405020304"/>
            </a:endParaRPr>
          </a:p>
          <a:p>
            <a:pPr algn="ctr">
              <a:buClr>
                <a:srgbClr val="000000"/>
              </a:buClr>
              <a:buSzPts val="1800"/>
            </a:pPr>
            <a:endParaRPr lang="en-GB" sz="1350" b="1" dirty="0">
              <a:solidFill>
                <a:schemeClr val="dk1"/>
              </a:solidFill>
              <a:latin typeface="Times New Roman" panose="02020603050405020304"/>
              <a:ea typeface="Libre Franklin" panose="00000500000000000000"/>
              <a:cs typeface="Times New Roman" panose="02020603050405020304"/>
              <a:sym typeface="Times New Roman" panose="02020603050405020304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1350" b="1" dirty="0">
                <a:solidFill>
                  <a:schemeClr val="dk1"/>
                </a:solidFill>
                <a:latin typeface="Times New Roman" panose="02020603050405020304"/>
                <a:ea typeface="Libre Franklin" panose="00000500000000000000"/>
                <a:cs typeface="Times New Roman" panose="02020603050405020304"/>
                <a:sym typeface="Times New Roman" panose="02020603050405020304"/>
              </a:rPr>
              <a:t>ACADEMIC YEAR: 2025-26</a:t>
            </a:r>
            <a:endParaRPr lang="en-GB" sz="1350" dirty="0">
              <a:solidFill>
                <a:schemeClr val="dk1"/>
              </a:solidFill>
              <a:latin typeface="Libre Franklin" panose="00000500000000000000"/>
              <a:ea typeface="Libre Franklin" panose="00000500000000000000"/>
              <a:cs typeface="Libre Franklin" panose="00000500000000000000"/>
              <a:sym typeface="Libre Franklin" panose="0000050000000000000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EBAD33-DB7C-537E-06D4-BBDCE5D47C10}"/>
              </a:ext>
            </a:extLst>
          </p:cNvPr>
          <p:cNvCxnSpPr/>
          <p:nvPr/>
        </p:nvCxnSpPr>
        <p:spPr>
          <a:xfrm>
            <a:off x="58993" y="1437968"/>
            <a:ext cx="908500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31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Big Data?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 too large or too fast for normal tools to handle.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—  huge amounts of data (terabytes, petabytes)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 —  generated very fast (social media, sensors)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  —  text, images, videos, logs — all types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  —  not always clean, needs filtering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—  the end goal: useful decisions from data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Cloud for Big Data?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or down instantly — no buying extra hardware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anywhere in the world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manages the servers for you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data pipeline in hours, not months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and analytics tools ready to use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simple steps: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sensors,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logs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26974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20240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Spark etc.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1920240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26974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models, insights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Cloud Platforms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do the same job — just different tool names.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23774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storage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— 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— Spark/Hadoop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— real-time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— pipelines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1901952"/>
            <a:ext cx="23774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0116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— storage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— analytics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HDInsight — Spark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 — real-time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— pipelines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329184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901952"/>
            <a:ext cx="23774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116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— 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— Spark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— real-time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—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Stream 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52044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in big chunks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schedule (daily, hourly)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reports, billing, payroll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run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delay — not instant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Spark, Hadoop, Glue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52044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78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572768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as it arrives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— millisecond response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fraud detection, live feeds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and costly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Kafka, Flink, Kinesis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Used?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patient risk, analyze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5361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fraud, model market risk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5361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recommendations, demand forecasting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44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3649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machine failures (IoT sensors)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65176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944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33649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/ Spotify recommendation engines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51760" cy="1600200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944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3649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energy, emergency response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1188720"/>
            <a:ext cx="1828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05156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= data too large or fast for normal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1965960"/>
            <a:ext cx="1828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288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makes it scalable and affordable — pay as you 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2743200"/>
            <a:ext cx="1828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60604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Collect  →  Store  →  Process  →  Analyze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3520440"/>
            <a:ext cx="1828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38328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= scheduled jobs.  Stream = real-time processing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1A233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" y="4297680"/>
            <a:ext cx="1828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1605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Google Cloud — same idea, different names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457</Words>
  <Application>Microsoft Office PowerPoint</Application>
  <PresentationFormat>On-screen Show (16:9)</PresentationFormat>
  <Paragraphs>113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Libre Franklin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siddharth gaddam</cp:lastModifiedBy>
  <cp:revision>3</cp:revision>
  <dcterms:created xsi:type="dcterms:W3CDTF">2026-03-12T09:00:37Z</dcterms:created>
  <dcterms:modified xsi:type="dcterms:W3CDTF">2026-03-12T09:09:00Z</dcterms:modified>
</cp:coreProperties>
</file>